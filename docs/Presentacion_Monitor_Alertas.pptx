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Reducción de tiempo
revisando correos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31837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5E7E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Eficiencia en la
gestión de alertas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5E7E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Trazabilidad y
calidad del proceso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5B6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5E7EB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</c:v>
                </c:pt>
                <c:pt idx="1">
                  <c:v>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1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de Alertas Payroll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revisar correos manualmente a un control centralizado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175504" y="4023360"/>
            <a:ext cx="18288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 · Junio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reto: antes vs. ahora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dispersas en el correo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manual, una por una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priorización ni trazabilidad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de pasar por alto las críticas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Difícil medir o reportar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63640" y="118872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FBE9EC"/>
          </a:solidFill>
          <a:ln w="19050">
            <a:solidFill>
              <a:srgbClr val="E318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3716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9400" y="201168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centralizado de todas las alertas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+ Listado con filtros y búsqueda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Priorización automática (críticas al tope)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Resolución con historial auditable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XLSX y métricas en segundos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Nomina2 · Monitor de Alertas Payroll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Medidores de impacto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371600"/>
          <a:ext cx="32918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2423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4343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Reducción de tiempo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revisando correos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4443984" y="1371600"/>
          <a:ext cx="32918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443984" y="2423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4261104" y="4343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en la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alertas</a:t>
            </a:r>
            <a:endParaRPr lang="en-US" sz="1400" dirty="0"/>
          </a:p>
        </p:txBody>
      </p:sp>
      <p:graphicFrame>
        <p:nvGraphicFramePr>
          <p:cNvPr id="10" name="Chart 2" descr=""/>
          <p:cNvGraphicFramePr/>
          <p:nvPr/>
        </p:nvGraphicFramePr>
        <p:xfrm>
          <a:off x="8065008" y="1371600"/>
          <a:ext cx="32918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8065008" y="2423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400" dirty="0"/>
          </a:p>
        </p:txBody>
      </p:sp>
      <p:sp>
        <p:nvSpPr>
          <p:cNvPr id="12" name="Text 7"/>
          <p:cNvSpPr/>
          <p:nvPr/>
        </p:nvSpPr>
        <p:spPr>
          <a:xfrm>
            <a:off x="7882128" y="43434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del proceso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Valores estimados/objetivo para fines ejecutivos — ajustar con mediciones reales.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Nomina2 · Monitor de Alertas Payroll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que se reduce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diario dedicado a revisar y clasificar alertas por correo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88720" y="219456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788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18872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/ día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6517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5943600" y="219456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FBE9EC"/>
          </a:solidFill>
          <a:ln w="19050">
            <a:solidFill>
              <a:srgbClr val="E318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423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2788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594360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/ día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0" y="260604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E3183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0" y="2743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-75%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601200" y="3657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tiempo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 a recuperar ~45 min por analista cada día para tareas de mayor valor.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Estimación ilustrativa — ajustar con datos reales del equipo.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Nomina2 · Monitor de Alertas Payroll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ejecutivo: tendencia de alertas vs tiempo y KPIs por estado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Pendientes por resolver, segmentados por prioridad (Alta / Media / Baja)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Listado con búsqueda global, filtros por columna y por fecha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Alertas críticas (Alta + Con novedad + Activas) fijadas al inicio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Resolución con cambio de estado, notas e historial auditable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Previsualización del correo y adjuntos sin salir del módulo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 de reportes XLSX con formato profesional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por permisos de módulo según el rol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Nomina2 · Monitor de Alertas Payroll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417320"/>
            <a:ext cx="2011680" cy="4572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9202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2B364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Decisiones más rápidas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la información en una sola pantalla, en segundos.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2B3645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21488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riesgo operativo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7432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alertas críticas saltan a la vista; nada se pasa por alto.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2B364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605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en lo importante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tiempo en el correo, más en resolver.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393192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2B3645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41605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total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47548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cambio queda registrado con usuario y fecha.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 de Alertas Payroll</dc:title>
  <dc:subject>PptxGenJS Presentation</dc:subject>
  <dc:creator>BSC BackOffice</dc:creator>
  <cp:lastModifiedBy>BSC BackOffice</cp:lastModifiedBy>
  <cp:revision>1</cp:revision>
  <dcterms:created xsi:type="dcterms:W3CDTF">2026-06-18T23:51:17Z</dcterms:created>
  <dcterms:modified xsi:type="dcterms:W3CDTF">2026-06-18T23:51:17Z</dcterms:modified>
</cp:coreProperties>
</file>